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7" d="100"/>
          <a:sy n="47" d="100"/>
        </p:scale>
        <p:origin x="101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9FAC2-9C37-4A0F-986B-633F7914084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E47C-60B6-4917-9E81-121B39B4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21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9E47C-60B6-4917-9E81-121B39B45F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6760-2DA6-E8B7-1E8C-FF73F198E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FBC0A-2974-94A4-DDD0-9D831C7BA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F0DE8-42F8-553D-5921-F29CD323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D1BD9-34E7-2820-DA9D-F13A7524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872C3-444D-FA20-FBD7-0B5FF8F7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9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8B5C-4BFD-BDD1-FDC5-F5111149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1D3BC-1408-EA66-C5ED-468AF50AE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CF6C4-5457-8A27-6627-44E7C45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54D5-C9F7-8951-2883-7A9AF2B3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EF4B8-32CE-730B-5B41-7CF7E820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8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BDCC-DE10-7688-0F5A-7F40AB0E3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8B58-5F9E-7FD5-36A0-855EDC912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C870-1228-B73A-22B6-876F381D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E85A4-643A-4038-5F1F-979058E6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30AA-B56C-A33D-CD42-2B7B5561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0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BC0D-34D4-346A-AF01-C8D3EBB9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80E7F-A852-B77C-238F-5D342C0D8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8B7D5-4391-F5CB-E656-2DB4FBC89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1AE99-19C9-D278-8CE4-19870E87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0DDAA-357E-96D2-6904-65DBE86C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4C3D3-A9B4-C170-A88F-CC0EB983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3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70EB2-37CF-C8DA-2D34-C6C6DD88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EFFFE-6678-E9AF-51E2-407834795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D8A8C-E4B1-93DB-A57F-45C177F97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7DE9B-A442-1357-33D3-66F08E3B9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3E8E-B3DC-5041-E450-B6295163B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C016F-3DF5-02AA-C595-0A9BD4BE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38D6E-D84B-7401-C215-B6EA36C2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18D74-869E-18B7-B3E2-2AE775EA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4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82DF-DFC4-2F85-1353-7D188802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DAE67-377E-EED6-0C49-52164356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C6BA3-1053-30CF-CCBD-8B5D6CDC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46401-AC06-E71D-4AD9-C07E9A8A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6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60659-99BA-82AF-8047-70B9F387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13BD3-744A-195B-AB7C-3B6123FB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B9F9E-5855-222D-871D-F0192C8D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8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9CF6-DCC9-32B2-1F3E-84A4FEA6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EA261-A757-5026-27B3-F210D2141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D8618-0BF3-C102-8C99-68DBB376B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98A78-E8CB-A011-F13C-D4C231E7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24661-2EA5-E11C-66BA-C341859D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079C4-9598-22E6-3AB6-4AC20ED8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501F-730B-CB99-98BF-C21651AF0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D4118-E27F-4080-19E3-BAC083E56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D26E1-D317-BD7B-7225-F042E8DBB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DCABA-0949-8603-D605-94B2A73F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33F9F-F032-1425-5E64-26610215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E478A-089F-6454-E132-CBD9CE16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9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F8A-ADF7-67BA-5520-83C1D6B0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DD86A-484E-4E13-671E-A617C2282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C2D0-F8C8-7BCD-89A3-932FBA7E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A21B-C00C-99A1-3F93-553C0678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27743-7F0D-2038-ECDD-F277E3BA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7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C14AB-6FD2-FB53-09CC-35D7CA99E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6D64C-749F-1B7B-1F05-09FE209D3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3473C-9695-B496-8F60-686F9014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A75F-26BB-8225-E752-D8357580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1DA73-A077-E78F-7BC4-C3F29515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2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AADDD-7E83-FCB3-336F-19C7CE83D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52907-2C3E-F0D1-7C63-40E4551D5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8FCDC-8643-5F5A-8101-3A252E26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8EDE0-26AC-4B67-8A1F-072CD459D00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7AAF0-FA94-2B98-C209-9EB942295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169CA-635C-8A0C-7C2A-CC75A588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DEF2E-2DF8-449C-A9AD-A1FC4095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8CCF87-E087-42D6-0AA8-F0F9020BD271}"/>
              </a:ext>
            </a:extLst>
          </p:cNvPr>
          <p:cNvSpPr/>
          <p:nvPr/>
        </p:nvSpPr>
        <p:spPr>
          <a:xfrm>
            <a:off x="88388" y="2282705"/>
            <a:ext cx="1568296" cy="77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User Motion Brushing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87F1D0-CDAD-4BF0-872C-A1F1B09ECA6A}"/>
              </a:ext>
            </a:extLst>
          </p:cNvPr>
          <p:cNvSpPr/>
          <p:nvPr/>
        </p:nvSpPr>
        <p:spPr>
          <a:xfrm>
            <a:off x="1971258" y="2071312"/>
            <a:ext cx="1917243" cy="1204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Sensing System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Motion tracking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Pressure Sensor/Proximity Sensor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A9DEE-EAB8-423D-24C6-36CE084DBC52}"/>
              </a:ext>
            </a:extLst>
          </p:cNvPr>
          <p:cNvSpPr/>
          <p:nvPr/>
        </p:nvSpPr>
        <p:spPr>
          <a:xfrm>
            <a:off x="4222848" y="2194215"/>
            <a:ext cx="1991135" cy="971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Processing Unit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Coverage algorithm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Microcontroller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Quadrant timer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370BF1-F2AB-8ED0-8229-1EFA387A1B24}"/>
              </a:ext>
            </a:extLst>
          </p:cNvPr>
          <p:cNvSpPr/>
          <p:nvPr/>
        </p:nvSpPr>
        <p:spPr>
          <a:xfrm>
            <a:off x="6730077" y="1437054"/>
            <a:ext cx="1568296" cy="77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Feedback System</a:t>
            </a:r>
            <a:endParaRPr lang="en-US" sz="1400" dirty="0"/>
          </a:p>
          <a:p>
            <a:r>
              <a:rPr lang="en-US" sz="1400" dirty="0"/>
              <a:t>- Vibration alerts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01FC71-2309-2817-AB0E-3FF3A486E1E0}"/>
              </a:ext>
            </a:extLst>
          </p:cNvPr>
          <p:cNvSpPr/>
          <p:nvPr/>
        </p:nvSpPr>
        <p:spPr>
          <a:xfrm>
            <a:off x="6730077" y="3040587"/>
            <a:ext cx="1568296" cy="971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Bluetooth Module</a:t>
            </a:r>
          </a:p>
          <a:p>
            <a:r>
              <a:rPr lang="en-US" sz="1400" dirty="0"/>
              <a:t>- Sends data to mobile 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7B3DDB-F31B-99D5-AF8D-BFEA99F35A1D}"/>
              </a:ext>
            </a:extLst>
          </p:cNvPr>
          <p:cNvSpPr/>
          <p:nvPr/>
        </p:nvSpPr>
        <p:spPr>
          <a:xfrm>
            <a:off x="8888496" y="2923846"/>
            <a:ext cx="2664491" cy="12069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Mobile App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Displays brushing coverage</a:t>
            </a:r>
            <a:endParaRPr lang="en-US" sz="1400" b="1" dirty="0"/>
          </a:p>
          <a:p>
            <a:pPr marL="285750" indent="-285750">
              <a:buFontTx/>
              <a:buChar char="-"/>
            </a:pPr>
            <a:r>
              <a:rPr lang="en-US" sz="1400" dirty="0"/>
              <a:t>Shows brushing history and time spent on each quadrant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21255D-0F00-FE86-AF14-90023418975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656684" y="2671118"/>
            <a:ext cx="314574" cy="2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F17837-E510-4849-57BA-37E525ABDE6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888501" y="2673452"/>
            <a:ext cx="334347" cy="6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565E35-D398-3FA5-5475-74C77A936A9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213983" y="2680101"/>
            <a:ext cx="516094" cy="846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27ECD4-0359-55EB-C4E1-5302A6D290A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199128" y="1825467"/>
            <a:ext cx="530949" cy="83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4BED2E-3DEF-9A7B-48EB-8B483469E935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8298373" y="3526474"/>
            <a:ext cx="590123" cy="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48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CCD6-A468-693A-72A1-0A737F081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B6E754-5B58-D25E-7407-244315C0C199}"/>
              </a:ext>
            </a:extLst>
          </p:cNvPr>
          <p:cNvSpPr/>
          <p:nvPr/>
        </p:nvSpPr>
        <p:spPr>
          <a:xfrm>
            <a:off x="88388" y="2282705"/>
            <a:ext cx="1568296" cy="776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User starts brushing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F92D97-3AD7-F1E7-4D36-466C9C253451}"/>
              </a:ext>
            </a:extLst>
          </p:cNvPr>
          <p:cNvSpPr/>
          <p:nvPr/>
        </p:nvSpPr>
        <p:spPr>
          <a:xfrm>
            <a:off x="1971258" y="2071312"/>
            <a:ext cx="2069451" cy="12042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Sensor receives data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Motion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Pressure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(Relative) Proximity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39DB21-2E7A-52B1-CBDB-2870E2482600}"/>
              </a:ext>
            </a:extLst>
          </p:cNvPr>
          <p:cNvSpPr/>
          <p:nvPr/>
        </p:nvSpPr>
        <p:spPr>
          <a:xfrm>
            <a:off x="4267200" y="1356852"/>
            <a:ext cx="1858295" cy="26456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Data Processing (real-time)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Estimate brush position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Determine coverage areas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Determine time spent on each quadrant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Detect pressure applied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13048B-4453-DF5B-F9DF-7E82965DC89C}"/>
              </a:ext>
            </a:extLst>
          </p:cNvPr>
          <p:cNvSpPr/>
          <p:nvPr/>
        </p:nvSpPr>
        <p:spPr>
          <a:xfrm>
            <a:off x="6641589" y="1170040"/>
            <a:ext cx="2069794" cy="118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Real-time Feedback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Vibration alerts for missed spots or overpressure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AD8DC2-80B8-FF2F-EFB1-53D29EAF0129}"/>
              </a:ext>
            </a:extLst>
          </p:cNvPr>
          <p:cNvSpPr/>
          <p:nvPr/>
        </p:nvSpPr>
        <p:spPr>
          <a:xfrm>
            <a:off x="6641589" y="3040587"/>
            <a:ext cx="1568296" cy="9717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Data Transmission</a:t>
            </a:r>
          </a:p>
          <a:p>
            <a:r>
              <a:rPr lang="en-US" sz="1400" dirty="0"/>
              <a:t>- Sends data to mobile 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F6AE6-48DF-E757-D0CD-1D402D747E86}"/>
              </a:ext>
            </a:extLst>
          </p:cNvPr>
          <p:cNvSpPr/>
          <p:nvPr/>
        </p:nvSpPr>
        <p:spPr>
          <a:xfrm>
            <a:off x="8554200" y="2933679"/>
            <a:ext cx="2320278" cy="11860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Mobile App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Brushing coverage map</a:t>
            </a:r>
            <a:endParaRPr lang="en-US" sz="1400" b="1" dirty="0"/>
          </a:p>
          <a:p>
            <a:pPr marL="285750" indent="-285750">
              <a:buFontTx/>
              <a:buChar char="-"/>
            </a:pPr>
            <a:r>
              <a:rPr lang="en-US" sz="1400" dirty="0"/>
              <a:t>Brushing pressure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Time spent on each quadrant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5C9168-FEA0-0DAC-BD5C-E9B7379A25EA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1656684" y="2671118"/>
            <a:ext cx="314574" cy="2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9C932B-35C8-B2C9-8FD9-0805D9D79C7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040709" y="2673452"/>
            <a:ext cx="226491" cy="6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B831F1-D5DA-4DF7-C7C9-6BC1BE236A0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125495" y="2680101"/>
            <a:ext cx="516094" cy="846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6AB755-E595-E217-99B7-86223058ECB2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110640" y="1764046"/>
            <a:ext cx="530949" cy="900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9CFEBD-36BF-9212-54BF-8CD51DB915B6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8209885" y="3526474"/>
            <a:ext cx="344315" cy="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8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F801C8-3FDA-6E47-146A-6016AF2AB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810408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168452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413945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8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Ultrasonic proximity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171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Surface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Optical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84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Quadrant Timing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Timer with vibration or sound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26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Pressure Sensing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Pressure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7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BLE to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811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Real-time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vibration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 app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287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Heatmap and brushing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38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01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C79A4F-3796-0372-6E99-9E5EAF8E6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052149"/>
              </p:ext>
            </p:extLst>
          </p:nvPr>
        </p:nvGraphicFramePr>
        <p:xfrm>
          <a:off x="658586" y="421368"/>
          <a:ext cx="10515600" cy="2021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5035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1145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2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Sensor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auto-calibration routines, alerts for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1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Waterproof seal deterioration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durable and possibly replaceable seals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6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Battery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long-life batteries, replaceable or recyclable batteries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92558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EFE2078-6BE8-A2DD-6442-77FB5A075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3283223"/>
              </p:ext>
            </p:extLst>
          </p:nvPr>
        </p:nvGraphicFramePr>
        <p:xfrm>
          <a:off x="658586" y="2582178"/>
          <a:ext cx="10515600" cy="11125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5035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1145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2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Compatibility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compatibility testing with major OS versions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1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Outdated firmware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automatic updates through the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6486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07FCDAB-02AC-CCDC-7B9D-12177C7F50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5227559"/>
              </p:ext>
            </p:extLst>
          </p:nvPr>
        </p:nvGraphicFramePr>
        <p:xfrm>
          <a:off x="658586" y="4137841"/>
          <a:ext cx="10515600" cy="13817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5035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1145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2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Cracks in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impact-resistant materials, include warning if case or hardware is damaged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1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Loose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vibration-resistant fasteners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64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28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8675BC-A437-5DF2-B5FB-02EF34A682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418015"/>
              </p:ext>
            </p:extLst>
          </p:nvPr>
        </p:nvGraphicFramePr>
        <p:xfrm>
          <a:off x="315686" y="463912"/>
          <a:ext cx="10515600" cy="13817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5035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1145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2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Improper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Reminders for users to replace brush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1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Overcharging or improper charging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LED display to show correct or incorrect charging and include charging indicators and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6486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9887679-8391-8709-80B3-036C167C8C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124328"/>
              </p:ext>
            </p:extLst>
          </p:nvPr>
        </p:nvGraphicFramePr>
        <p:xfrm>
          <a:off x="315686" y="2243726"/>
          <a:ext cx="10515600" cy="13817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5035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1145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2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or low humidity or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Shut down device when thermal sensor detect unsafe temperatures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1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Continuously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Auto-shut down the device after a while of unuse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64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04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7A080A-5217-703D-DB0D-BBBCDC9A5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348904"/>
              </p:ext>
            </p:extLst>
          </p:nvPr>
        </p:nvGraphicFramePr>
        <p:xfrm>
          <a:off x="838200" y="911860"/>
          <a:ext cx="10515600" cy="50342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737667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55229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Potential Hazards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Impacts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Improper disposal of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recycling program for old toothbrush heads and electronics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Battery pollution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recycling instructions or provide drop-off locations for old battery disposal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01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Users without smartphones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develop a separate device with core features that displays sensing, timer, and guidance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22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Overreliance on the 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disclaimer that this device is just for proper brushing, cannot replace dental visits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29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Comparison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private progress data logs instead of public leaderboards of brushing score, or other measures.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Smart Toothbrush may be costly with the incorporations of sensors and different hardware. We can develop a low-end version of the toothbrush with less features and more accessible and cheaper for people. 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97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33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404</Words>
  <Application>Microsoft Office PowerPoint</Application>
  <PresentationFormat>Widescreen</PresentationFormat>
  <Paragraphs>98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Zihan Sun</dc:creator>
  <cp:lastModifiedBy>Zihan Sun</cp:lastModifiedBy>
  <cp:revision>1</cp:revision>
  <dcterms:created xsi:type="dcterms:W3CDTF">2025-11-15T22:41:27Z</dcterms:created>
  <dcterms:modified xsi:type="dcterms:W3CDTF">2025-11-16T23:01:59Z</dcterms:modified>
</cp:coreProperties>
</file>